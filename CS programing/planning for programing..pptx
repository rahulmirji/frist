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84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628E-10D9-46F2-915D-A08E6962DF7D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DE65-A3FC-4AA6-A796-C0B427FBFA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628E-10D9-46F2-915D-A08E6962DF7D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DE65-A3FC-4AA6-A796-C0B427FBFA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628E-10D9-46F2-915D-A08E6962DF7D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DE65-A3FC-4AA6-A796-C0B427FBFA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628E-10D9-46F2-915D-A08E6962DF7D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DE65-A3FC-4AA6-A796-C0B427FBFA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628E-10D9-46F2-915D-A08E6962DF7D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DE65-A3FC-4AA6-A796-C0B427FBFA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628E-10D9-46F2-915D-A08E6962DF7D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DE65-A3FC-4AA6-A796-C0B427FBFA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628E-10D9-46F2-915D-A08E6962DF7D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DE65-A3FC-4AA6-A796-C0B427FBFA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628E-10D9-46F2-915D-A08E6962DF7D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DE65-A3FC-4AA6-A796-C0B427FBFA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628E-10D9-46F2-915D-A08E6962DF7D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DE65-A3FC-4AA6-A796-C0B427FBFA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628E-10D9-46F2-915D-A08E6962DF7D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DE65-A3FC-4AA6-A796-C0B427FBFA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1628E-10D9-46F2-915D-A08E6962DF7D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DE65-A3FC-4AA6-A796-C0B427FBFA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1628E-10D9-46F2-915D-A08E6962DF7D}" type="datetimeFigureOut">
              <a:rPr lang="en-US" smtClean="0"/>
              <a:pPr/>
              <a:t>26-Nov-21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ADE65-A3FC-4AA6-A796-C0B427FBFAC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Workflow" TargetMode="External"/><Relationship Id="rId2" Type="http://schemas.openxmlformats.org/officeDocument/2006/relationships/hyperlink" Target="https://en.wikipedia.org/wiki/Diagra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Problem_solving" TargetMode="External"/><Relationship Id="rId5" Type="http://schemas.openxmlformats.org/officeDocument/2006/relationships/hyperlink" Target="https://en.wikipedia.org/wiki/Algorithm" TargetMode="External"/><Relationship Id="rId4" Type="http://schemas.openxmlformats.org/officeDocument/2006/relationships/hyperlink" Target="https://en.wikipedia.org/wiki/Process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Algorithm</a:t>
            </a:r>
            <a:endParaRPr lang="en-US" sz="4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finite set of steps that must be followed to solve any problem is called an 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Algorithm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generally developed before the actual coding is done.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It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written using English like language so that it is easily understandable even by non-programmers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Sometimes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algorithms are written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using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pseudo codes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i.e. a language similar to the programming language to be used. Writing algorithm for solving a problem offers these advantages 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Writing algorithm for solving a problem offers these advantages −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Promotes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effective communication between team members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Enables analysis of problem at hand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Acts as blueprint for coding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Assists 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debugging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Becomes part of software documentation for future reference during maintenance phase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are the characteristics of a good and correct algorithm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−</a:t>
            </a:r>
          </a:p>
          <a:p>
            <a:r>
              <a:rPr lang="en-US" sz="2000" dirty="0"/>
              <a:t>Has a set of inputs</a:t>
            </a:r>
          </a:p>
          <a:p>
            <a:r>
              <a:rPr lang="en-US" sz="2000" dirty="0"/>
              <a:t>Steps are uniquely defined</a:t>
            </a:r>
          </a:p>
          <a:p>
            <a:r>
              <a:rPr lang="en-US" sz="2000" dirty="0"/>
              <a:t>Has finite number of steps</a:t>
            </a:r>
          </a:p>
          <a:p>
            <a:r>
              <a:rPr lang="en-US" sz="2000" dirty="0"/>
              <a:t>Produces desired output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Ex : Algorithm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 smtClean="0"/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Let us first take an example of a real-life situation for creating algorithm. Here is the algorithm for going to the market to purchase a pen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2590800"/>
            <a:ext cx="6783308" cy="4018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3100" b="1" dirty="0" smtClean="0">
                <a:solidFill>
                  <a:srgbClr val="FF0000"/>
                </a:solidFill>
              </a:rPr>
              <a:t>Algorithm 1:  Add two numbers entered by the user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Step 1: Start </a:t>
            </a:r>
          </a:p>
          <a:p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Step 2: Declare variables num1, num2 and sum. </a:t>
            </a:r>
          </a:p>
          <a:p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Step 3: Read values num1 and num2.</a:t>
            </a:r>
          </a:p>
          <a:p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Step 4: Add num1 and num2 and assign the result to sum.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     sum←num1+num2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Step 5: Display sum</a:t>
            </a:r>
          </a:p>
          <a:p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Step 6: Stop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Algorithm 2: Find the largest number among three numbers</a:t>
            </a:r>
            <a:b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Autofit/>
          </a:bodyPr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Step 1: Start </a:t>
            </a:r>
          </a:p>
          <a:p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Step 2: Declare variables </a:t>
            </a: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a,b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and c. </a:t>
            </a:r>
          </a:p>
          <a:p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Step 3: Read variables </a:t>
            </a: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a,b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and c.</a:t>
            </a:r>
          </a:p>
          <a:p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Step 4:  If a &gt; b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             If a &gt; c </a:t>
            </a: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             Display a is the largest number. </a:t>
            </a: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          Else</a:t>
            </a: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                Display c is the largest number. </a:t>
            </a: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               Else If  b &gt; c </a:t>
            </a: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               Display b is the largest number. </a:t>
            </a: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          Else </a:t>
            </a: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               Display c is the greatest number. </a:t>
            </a: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    Step 5: Stop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sz="31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1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1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1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1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1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1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Advantages of Algorithms:</a:t>
            </a:r>
            <a:r>
              <a:rPr lang="en-US" sz="31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1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a step-wise representation of a solution to a given problem, which makes it easy to understand.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 algorithm uses a definite procedure.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It is not dependent on any programming language, so it is easy to understand for anyone even without programming knowledge.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Every step in an algorithm has its own logical sequence so it is easy to debug.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By using algorithm, the problem is broken down into smaller pieces or steps hence, it is easier for programmer to convert it into an actual program.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Disadvantages of Algorithms: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Algorithms is Time consuming.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Difficult to show Branching and Looping in Algorithms.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Big tasks are difficult to put in Algorithms.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31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Characteristics of Algorithms</a:t>
            </a: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100" dirty="0" smtClean="0">
                <a:latin typeface="Times New Roman" pitchFamily="18" charset="0"/>
                <a:cs typeface="Times New Roman" pitchFamily="18" charset="0"/>
              </a:rPr>
            </a:br>
            <a:endParaRPr lang="en-US" sz="3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Precision – the steps are precisely stated(defined).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Uniqueness – results of each step are uniquely defined and only depend on the input and the result of the preceding steps.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Finiteness – the algorithm stops after a finite number of instructions are executed.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 – the algorithm receives input.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Output – the algorithm produces output.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Generality – the algorithm applies to a set of inputs.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Flowchart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 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flowchart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is a type of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2" tooltip="Diagram"/>
              </a:rPr>
              <a:t>diagram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that represents a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3" tooltip="Workflow"/>
              </a:rPr>
              <a:t>workflow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or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4" tooltip="Process"/>
              </a:rPr>
              <a:t>process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flowchart can also be defined as a diagrammatic representation of an 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5" tooltip="Algorithm"/>
              </a:rPr>
              <a:t>algorithm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 step-by-step approach to solving a task.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flowchart shows the steps as boxes of various kinds, and their order by connecting the boxes with arrows.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diagrammatic representation illustrates a solution model to a given 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6" tooltip="Problem solving"/>
              </a:rPr>
              <a:t>problem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Flowcharts are used in analyzing, designing, documenting or managing a process or program in various fields.</a:t>
            </a:r>
          </a:p>
          <a:p>
            <a:endParaRPr lang="en-US" sz="2000" dirty="0" smtClean="0"/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flowchart is a blueprint that pictorially represents the algorithm and its steps.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Benefits of Flowchart</a:t>
            </a:r>
            <a:b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   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Simplify the Logic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 it provides the pictorial representation of the steps  therefore, it simplifies the logic and subsequent steps.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Makes Communication Better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Because of having easily understandable pictorial logic and steps, it is a better and simple way of representation.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Effective Analysis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Once the flow-chart is prepared, it becomes very simple to analyze the problem in an effective way.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Useful in Coding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flow-chart also helps in coding process efficiently, as it gives directions on what to do, when to do, and where to do. It makes the work easier.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 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Proper Testing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Further, flowchart also helps in finding the error (if any) in program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Applicable Documentation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Last but not the least, a flowchart also helps in preparing the proper document (once the codes are written).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Flow-Chart Symbols</a:t>
            </a:r>
            <a:b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066800"/>
            <a:ext cx="80010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381000"/>
            <a:ext cx="83058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Pictorial Representation</a:t>
            </a: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762250" y="1643856"/>
            <a:ext cx="3619500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Advantages  Of  FLOWCHARTS:</a:t>
            </a:r>
            <a:b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sz="2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Communication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: Flowcharts are better way of communicating the logic of a system to all concerned or involved.</a:t>
            </a:r>
          </a:p>
          <a:p>
            <a:pPr>
              <a:buNone/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9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Effective analysis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: With the help of flowchart, problem can be </a:t>
            </a:r>
            <a:r>
              <a:rPr lang="en-US" sz="2900" dirty="0" err="1" smtClean="0">
                <a:latin typeface="Times New Roman" pitchFamily="18" charset="0"/>
                <a:cs typeface="Times New Roman" pitchFamily="18" charset="0"/>
              </a:rPr>
              <a:t>analysed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 in more effective way therefore reducing cost and wastage of time.</a:t>
            </a:r>
          </a:p>
          <a:p>
            <a:pPr>
              <a:buNone/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9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Proper documentation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: Program flowcharts serve as a good program documentation, which is needed for various purposes, making things more efficient.</a:t>
            </a:r>
          </a:p>
          <a:p>
            <a:pPr>
              <a:buNone/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9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Efficient Coding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: The flowcharts act as a guide or blueprint during the systems analysis and program development phase.</a:t>
            </a:r>
          </a:p>
          <a:p>
            <a:pPr>
              <a:buNone/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9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Proper Debugging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: The flowchart helps in debugging process.</a:t>
            </a:r>
          </a:p>
          <a:p>
            <a:pPr>
              <a:buNone/>
            </a:pPr>
            <a:endParaRPr lang="en-US" sz="29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Efficient Program Maintenance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: The maintenance of operating program becomes easy with the help of flowchart. It helps the programmer to put efforts more efficiently on that part</a:t>
            </a:r>
            <a:endParaRPr lang="en-US" sz="29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Disadvantages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FLOWCHARTS:</a:t>
            </a:r>
            <a:endParaRPr 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Complex logic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 Sometimes, the program logic is quite complicated. In that case, flowchart becomes complex and clumsy. This will become a pain for the user, resulting in a waste of time and money trying to correct the problem</a:t>
            </a:r>
          </a:p>
          <a:p>
            <a:pPr fontAlgn="base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Alterations and Modifications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 If alterations are required the flowchart may require re-drawing completely. This will usually waste valuable time.</a:t>
            </a:r>
          </a:p>
          <a:p>
            <a:pPr fontAlgn="base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Reproduction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 As the flowchart symbols cannot be typed, reproduction of flowchart becomes a problem.</a:t>
            </a:r>
          </a:p>
          <a:p>
            <a:pPr fontAlgn="base">
              <a:buNone/>
            </a:pPr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sz="31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1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1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 on Flow Charts for Programs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371600"/>
            <a:ext cx="7772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Pseudo Code with Example</a:t>
            </a: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600" dirty="0" smtClean="0"/>
              <a:t>What is Pseudo code</a:t>
            </a:r>
          </a:p>
          <a:p>
            <a:pPr>
              <a:buFont typeface="Wingdings" pitchFamily="2" charset="2"/>
              <a:buChar char="Ø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Pseudo code is a compact and informal high-level description of a program using the conventions of a programming language</a:t>
            </a:r>
          </a:p>
          <a:p>
            <a:pPr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Pseudo code is not an actual programming language. So it cannot be compiled into an executable program. </a:t>
            </a:r>
          </a:p>
          <a:p>
            <a:pPr fontAlgn="base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uses short terms or simple English language syntaxes to write code for programs before it is actually converted into a specific programming language</a:t>
            </a:r>
            <a:r>
              <a:rPr lang="en-US" dirty="0" smtClean="0"/>
              <a:t>.</a:t>
            </a:r>
          </a:p>
          <a:p>
            <a:pPr fontAlgn="base"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Ex: Add Two Numbers</a:t>
            </a: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828800"/>
            <a:ext cx="60198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28800" y="533400"/>
            <a:ext cx="4724400" cy="6019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Algorithm on even/odd number</a:t>
            </a: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1: Start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2: [ Take Input ] Read: Number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3: Check: If Number%2 == 0 Then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: N is an Even Number.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Else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: N is an Odd Number.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4: Exit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Source code on even/odd number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Autofit/>
          </a:bodyPr>
          <a:lstStyle/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num;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("Enter an integer: ");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scanf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("%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d",&amp;num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if ( num%2 == 0 )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("%d is an even number", num);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else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("%d is an odd number", num);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return 0;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Flow chart on even/odd number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447800"/>
            <a:ext cx="83820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Algorithm on to find weather given number is Positive or Negative</a:t>
            </a: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1 → Take integer variable A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2 → Assign value to the variable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3 → Check if A is greater than or equal to 0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4 → If </a:t>
            </a: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print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A is positive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5 → If </a:t>
            </a: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false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print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A is negative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STOP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Flow Chart on given number is +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ve</a:t>
            </a:r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or -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981200"/>
            <a:ext cx="8077200" cy="4343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Source code 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main()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number =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 (number &gt;= 0)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("%d is positive\n", number);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else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("%d is negative\n", number);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984</Words>
  <Application>Microsoft Office PowerPoint</Application>
  <PresentationFormat>On-screen Show (4:3)</PresentationFormat>
  <Paragraphs>174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Algorithm</vt:lpstr>
      <vt:lpstr>Writing algorithm for solving a problem offers these advantages −</vt:lpstr>
      <vt:lpstr>Ex : Algorithm</vt:lpstr>
      <vt:lpstr> Algorithm 1:  Add two numbers entered by the user </vt:lpstr>
      <vt:lpstr> Algorithm 2: Find the largest number among three numbers </vt:lpstr>
      <vt:lpstr>   Advantages of Algorithms:  </vt:lpstr>
      <vt:lpstr>Disadvantages of Algorithms:</vt:lpstr>
      <vt:lpstr> Characteristics of Algorithms: </vt:lpstr>
      <vt:lpstr>Flowchart </vt:lpstr>
      <vt:lpstr>Benefits of Flowchart </vt:lpstr>
      <vt:lpstr>Slide 11</vt:lpstr>
      <vt:lpstr> Flow-Chart Symbols </vt:lpstr>
      <vt:lpstr>Slide 13</vt:lpstr>
      <vt:lpstr>Pictorial Representation</vt:lpstr>
      <vt:lpstr>Advantages  Of  FLOWCHARTS: </vt:lpstr>
      <vt:lpstr>Disadvantages FLOWCHARTS:</vt:lpstr>
      <vt:lpstr> Example on Flow Charts for Programs </vt:lpstr>
      <vt:lpstr>Pseudo Code with Example</vt:lpstr>
      <vt:lpstr>Ex: Add Two Numbers</vt:lpstr>
      <vt:lpstr>Slide 20</vt:lpstr>
      <vt:lpstr>Algorithm on even/odd number</vt:lpstr>
      <vt:lpstr>Source code on even/odd number</vt:lpstr>
      <vt:lpstr>Flow chart on even/odd number</vt:lpstr>
      <vt:lpstr>Algorithm on to find weather given number is Positive or Negative</vt:lpstr>
      <vt:lpstr>Flow Chart on given number is +ve or -ve</vt:lpstr>
      <vt:lpstr>Source code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50</cp:revision>
  <dcterms:created xsi:type="dcterms:W3CDTF">2021-11-06T06:51:08Z</dcterms:created>
  <dcterms:modified xsi:type="dcterms:W3CDTF">2021-11-26T15:36:17Z</dcterms:modified>
</cp:coreProperties>
</file>