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92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71" r:id="rId12"/>
    <p:sldId id="269" r:id="rId13"/>
    <p:sldId id="272" r:id="rId14"/>
    <p:sldId id="273" r:id="rId15"/>
    <p:sldId id="274" r:id="rId16"/>
    <p:sldId id="275" r:id="rId17"/>
    <p:sldId id="276" r:id="rId18"/>
    <p:sldId id="277" r:id="rId19"/>
    <p:sldId id="294" r:id="rId20"/>
    <p:sldId id="297" r:id="rId21"/>
    <p:sldId id="296" r:id="rId22"/>
    <p:sldId id="298" r:id="rId23"/>
    <p:sldId id="300" r:id="rId24"/>
    <p:sldId id="278" r:id="rId25"/>
    <p:sldId id="301" r:id="rId26"/>
    <p:sldId id="302" r:id="rId27"/>
    <p:sldId id="303" r:id="rId28"/>
    <p:sldId id="304" r:id="rId29"/>
    <p:sldId id="305" r:id="rId30"/>
    <p:sldId id="306" r:id="rId31"/>
    <p:sldId id="280" r:id="rId32"/>
    <p:sldId id="281" r:id="rId33"/>
    <p:sldId id="282" r:id="rId34"/>
    <p:sldId id="283" r:id="rId35"/>
    <p:sldId id="285" r:id="rId36"/>
    <p:sldId id="284" r:id="rId37"/>
    <p:sldId id="286" r:id="rId38"/>
    <p:sldId id="287" r:id="rId39"/>
    <p:sldId id="308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079" autoAdjust="0"/>
    <p:restoredTop sz="94660"/>
  </p:normalViewPr>
  <p:slideViewPr>
    <p:cSldViewPr>
      <p:cViewPr>
        <p:scale>
          <a:sx n="66" d="100"/>
          <a:sy n="66" d="100"/>
        </p:scale>
        <p:origin x="-147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18BF2-9B5C-45B2-9DC3-CDDE089B2C80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F0309-69F4-4573-A5B6-8600D5A5002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F0309-69F4-4573-A5B6-8600D5A5002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8A6D8-85ED-4494-8A6B-2373BD86394E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9426F-5478-4B23-966E-EF16119545F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mputerhope.com/jargon/h/hardware.htm" TargetMode="External"/><Relationship Id="rId3" Type="http://schemas.openxmlformats.org/officeDocument/2006/relationships/hyperlink" Target="https://www.computerhope.com/jargon/a/alu.htm" TargetMode="External"/><Relationship Id="rId7" Type="http://schemas.openxmlformats.org/officeDocument/2006/relationships/hyperlink" Target="https://www.computerhope.com/jargon/g/gpu.htm" TargetMode="External"/><Relationship Id="rId2" Type="http://schemas.openxmlformats.org/officeDocument/2006/relationships/hyperlink" Target="https://www.computerhope.com/jargon/c/cpu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puterhope.com/jargon/o/outputde.htm" TargetMode="External"/><Relationship Id="rId5" Type="http://schemas.openxmlformats.org/officeDocument/2006/relationships/hyperlink" Target="https://www.computerhope.com/jargon/i/inputdev.htm" TargetMode="External"/><Relationship Id="rId4" Type="http://schemas.openxmlformats.org/officeDocument/2006/relationships/hyperlink" Target="https://www.computerhope.com/jargon/m/memory.htm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Agenda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Why Computers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History of Computers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Hardware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Software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1"/>
            <a:ext cx="7772400" cy="990599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Introduction to Computers</a:t>
            </a:r>
            <a:endParaRPr 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524000"/>
            <a:ext cx="7239000" cy="4114800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term computer is derived from the word compute. The word compute means to calculate. </a:t>
            </a:r>
          </a:p>
          <a:p>
            <a:pPr algn="just">
              <a:buFont typeface="Wingdings" pitchFamily="2" charset="2"/>
              <a:buChar char="Ø"/>
            </a:pPr>
            <a:endParaRPr lang="en-US" sz="31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31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3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computer is an electronic machine that accepts data from the user, processes the data by performing calculations and operations on it, and generates the desired output results. </a:t>
            </a:r>
          </a:p>
          <a:p>
            <a:pPr algn="just">
              <a:buFont typeface="Wingdings" pitchFamily="2" charset="2"/>
              <a:buChar char="Ø"/>
            </a:pPr>
            <a:endParaRPr lang="en-US" sz="31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31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3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Computer performs both simple and complex operations, with speed and accuracy. </a:t>
            </a:r>
          </a:p>
          <a:p>
            <a:pPr algn="just"/>
            <a:endParaRPr lang="en-US" sz="17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7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Computers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Digital Computers </a:t>
            </a:r>
          </a:p>
          <a:p>
            <a:pPr>
              <a:buFont typeface="Wingdings" pitchFamily="2" charset="2"/>
              <a:buChar char="v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Analog Computers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Digital Computers: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digital computer uses distinct values to represent the data internally. All information are represented using the digits Os and 1s.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computers that we use at our homes and offices are digital computers.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Analog Computers: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Analog computer is another kind of a computer that represents data as variable across a continuous range of values.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earliest computers were analog computers.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Analog computers are used for measuring of parameters that vary continuously in real time, such as temperature, pressure and voltage.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Analog computers may be more flexible but generally less precise than digital computers. Slide rule is an example of an analog computer. 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History of Computers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50593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first counting device was used by the primitive people. They used sticks, stones and bones as counting tools.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human mind and technology improved with time more computing devices were developed.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Some of the popular computing devices starting with the first to recent ones are described below;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Generations of Computers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generation of computers refers to the specific improvements in computer technology with time. In 1946, electronic pathways called circuits were developed to perform the counting.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replaced the gears and other mechanical parts used for counting in previous computing machines.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each new generation, the circuits became smaller and more advanced than the previous generation circuits. 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miniaturization helped increase the speed, memory and power of computers.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</a:t>
            </a: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                            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There are five generations of computers</a:t>
            </a:r>
          </a:p>
          <a:p>
            <a:pPr>
              <a:buFont typeface="Wingdings" pitchFamily="2" charset="2"/>
              <a:buChar char="v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First Generation </a:t>
            </a:r>
          </a:p>
          <a:p>
            <a:pPr>
              <a:buFont typeface="Wingdings" pitchFamily="2" charset="2"/>
              <a:buChar char="v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Second Generation</a:t>
            </a:r>
          </a:p>
          <a:p>
            <a:pPr>
              <a:buFont typeface="Wingdings" pitchFamily="2" charset="2"/>
              <a:buChar char="v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Third Generation</a:t>
            </a:r>
          </a:p>
          <a:p>
            <a:pPr>
              <a:buFont typeface="Wingdings" pitchFamily="2" charset="2"/>
              <a:buChar char="v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Fourth Generation</a:t>
            </a:r>
          </a:p>
          <a:p>
            <a:pPr>
              <a:buFont typeface="Wingdings" pitchFamily="2" charset="2"/>
              <a:buChar char="v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Fifth Generation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686800" cy="6477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First Generation: 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first generation (1946-1959) computers were slow, huge and expensive.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In these computers, vacuum tubes were used as the basic components of CPU      and memory.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These computers were mainly depended on batch operating system and punch cards.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Magnetic tape and paper tape were used as output and input devices in this generation;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    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Some of the popular first generation computers are;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ENIAC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( Electronic Numerical Integrator and Computer)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EDVAC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( Electronic Discrete Variable Automatic Computer)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UNIVACI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 Universal Automatic Computer)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IBM-701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IBM-650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First Generation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 descr="C:\Users\DC\Desktop\First-Generation img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43000"/>
            <a:ext cx="8229600" cy="5257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Second Generation</a:t>
            </a:r>
            <a:endParaRPr lang="en-US" sz="2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The second generation (1959-1965) was the era of the transistor computers. </a:t>
            </a:r>
          </a:p>
          <a:p>
            <a:pPr>
              <a:buFont typeface="Wingdings" pitchFamily="2" charset="2"/>
              <a:buChar char="Ø"/>
            </a:pP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These computers used transistors which were cheap, compact and consuming less power; it made transistor computers faster than the first generation computers.</a:t>
            </a:r>
          </a:p>
          <a:p>
            <a:pPr>
              <a:buNone/>
            </a:pP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In this generation, magnetic cores were used as the primary memory and magnetic disc and tapes were used as the secondary storage. </a:t>
            </a:r>
          </a:p>
          <a:p>
            <a:pPr>
              <a:buNone/>
            </a:pP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Assembly language and programming languages like COBOL and FORTRAN, and Batch processing and multiprogramming operating systems were used in these computers.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  </a:t>
            </a:r>
          </a:p>
          <a:p>
            <a:pPr>
              <a:buNone/>
            </a:pP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Some of the popular second generation computers are</a:t>
            </a:r>
          </a:p>
          <a:p>
            <a:pPr>
              <a:buNone/>
            </a:pPr>
            <a:r>
              <a:rPr lang="en-US" sz="9600" b="1" dirty="0" smtClean="0"/>
              <a:t>     </a:t>
            </a:r>
          </a:p>
          <a:p>
            <a:pPr>
              <a:buNone/>
            </a:pPr>
            <a:r>
              <a:rPr lang="en-US" sz="8000" b="1" dirty="0" smtClean="0"/>
              <a:t>           </a:t>
            </a: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IBM 1620</a:t>
            </a: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IBM 7094</a:t>
            </a: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CDC 1604</a:t>
            </a:r>
            <a:endParaRPr lang="en-US" sz="8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          CDC 3600</a:t>
            </a:r>
          </a:p>
          <a:p>
            <a:pPr>
              <a:buFont typeface="Wingdings" pitchFamily="2" charset="2"/>
              <a:buChar char="Ø"/>
            </a:pPr>
            <a:endParaRPr lang="en-US" sz="6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Second Generation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C:\Users\DC\Desktop\Second-Generation-of-Computer img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24000"/>
            <a:ext cx="8686800" cy="4953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Third Generation</a:t>
            </a:r>
            <a:b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The third generation computers used integrated circuits (ICs) instead of transistors. A single IC can pack huge number of transistors which increased the power of a computer and reduced the cost. </a:t>
            </a:r>
          </a:p>
          <a:p>
            <a:pPr>
              <a:buFont typeface="Wingdings" pitchFamily="2" charset="2"/>
              <a:buChar char="Ø"/>
            </a:pP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The computers also became more reliable, efficient and smaller in size. These generation computers used remote processing, time-sharing, multi programming as operating system. </a:t>
            </a:r>
          </a:p>
          <a:p>
            <a:pPr>
              <a:buFont typeface="Wingdings" pitchFamily="2" charset="2"/>
              <a:buChar char="Ø"/>
            </a:pP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Also, the high-level programming languages like FORTRON-II TO IV, COBOL, PASCAL PL/1, ALGOL-68 were used in this generation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Some of the popular third generation computers are;</a:t>
            </a:r>
          </a:p>
          <a:p>
            <a:pPr>
              <a:buFont typeface="Wingdings" pitchFamily="2" charset="2"/>
              <a:buChar char="Ø"/>
            </a:pPr>
            <a:endParaRPr lang="en-US" sz="2200" b="1" dirty="0" smtClean="0"/>
          </a:p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sz="3300" b="1" dirty="0" smtClean="0">
                <a:latin typeface="Times New Roman" pitchFamily="18" charset="0"/>
                <a:cs typeface="Times New Roman" pitchFamily="18" charset="0"/>
              </a:rPr>
              <a:t>IBM-360 series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300" b="1" dirty="0" smtClean="0">
                <a:latin typeface="Times New Roman" pitchFamily="18" charset="0"/>
                <a:cs typeface="Times New Roman" pitchFamily="18" charset="0"/>
              </a:rPr>
              <a:t>           Honeywell-6000 series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300" b="1" dirty="0" smtClean="0">
                <a:latin typeface="Times New Roman" pitchFamily="18" charset="0"/>
                <a:cs typeface="Times New Roman" pitchFamily="18" charset="0"/>
              </a:rPr>
              <a:t>           PDP(Personal Data Processor)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300" b="1" dirty="0" smtClean="0">
                <a:latin typeface="Times New Roman" pitchFamily="18" charset="0"/>
                <a:cs typeface="Times New Roman" pitchFamily="18" charset="0"/>
              </a:rPr>
              <a:t>           IBM-370/168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300" b="1" dirty="0" smtClean="0">
                <a:latin typeface="Times New Roman" pitchFamily="18" charset="0"/>
                <a:cs typeface="Times New Roman" pitchFamily="18" charset="0"/>
              </a:rPr>
              <a:t>           TDC-316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Third Generation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C:\Users\DC\Desktop\Second-Generation-of-Computer img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00200"/>
            <a:ext cx="8229600" cy="480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Fourth Generation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fourth generation (1971-1980) computers used very large scale integrated (VLSI) circuits; a chip containing millions of transistors and other circuit elements.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chips made this generation computers more compact, powerful, fast and affordable.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generation computers used real time, time sharing and distributed operating system.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programming languages like C, C++, DBASE were also used in this generation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 the popular fourth generation computers are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          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DEC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STAR 1000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PDP 11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CRAY-1(Super Computer)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CRAY-X-MP(Super Computer)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Fourth Generation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C:\Users\DC\Desktop\Fourth-Generation-of-Computers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95400"/>
            <a:ext cx="8610600" cy="502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Fifth Generation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fifth generation (1980-till date) computers, the VLSI technology was replaced with ULSI (Ultra Large Scale Integration).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 made possible the production of microprocessor chips with ten million electronic components. This generation computers used parallel processing hardware and AI (Artificial Intelligence) software.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programming languages used in this generation were C, C++, Java, . Net, etc.</a:t>
            </a:r>
          </a:p>
          <a:p>
            <a:pPr>
              <a:buNone/>
            </a:pPr>
            <a:r>
              <a:rPr lang="en-US" sz="2400" dirty="0" smtClean="0"/>
              <a:t>           </a:t>
            </a:r>
            <a:r>
              <a:rPr lang="en-US" dirty="0" smtClean="0"/>
              <a:t> 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Some of the popular fifth generation computers are;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  Desktop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  Laptop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  Note Book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  Ultra Book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  Chrome Book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Fifth Generation</a:t>
            </a:r>
            <a:b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 descr="C:\Users\DC\Desktop\Fifth-Generation-of-Computers img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143000"/>
            <a:ext cx="8534399" cy="5410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Computer Fundamentals</a:t>
            </a:r>
            <a:b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types of computers follow the same basic logical structure and perform the following five basic operations for converting raw input data into information useful to their users.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286000"/>
            <a:ext cx="7467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Basic Logic Structure(basic organization of digital computer)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676400"/>
            <a:ext cx="6781799" cy="3879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477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Unit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unit contains devices with the help of which we enter data into the computer. This unit creates a link between the user and the computer. The input devices translate the information into a form understandable by the computer. Ex  Mouse, light pen, Joystick, Scanner, keyboard, web cam,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819400"/>
            <a:ext cx="83820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CPU(Central Processing Unit)</a:t>
            </a:r>
            <a:endParaRPr lang="en-US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Central Processing Unit (CPU) consists of the following features −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CPU is considered as the brain of the computer.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CPU performs all types of data processing operations.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stores data, intermediate results, and instructions (program).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controls the operation of all parts of the computer.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CPU it has following three components.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ALU(Arithmetic Logic Unit)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Control Unit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Memory or Storage Unit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ALU(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arithmetic logic unit</a:t>
            </a:r>
            <a:r>
              <a:rPr lang="en-US" sz="3200" b="1" dirty="0" smtClean="0">
                <a:solidFill>
                  <a:srgbClr val="FF0000"/>
                </a:solidFill>
              </a:rPr>
              <a:t>)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(ALU) is a digital circuit used to perform arithmetic and logic operations.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represents the fundamental building block of the central processing unit (CPU) of a computer.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Modern CPUs contain very powerful and complex ALUs.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In addition to ALUs, modern CPUs contain a control unit (CU).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Most of the operations of a CPU are performed by one or more ALUs, which load data from input registers.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 register is a small amount of storage available as part of a CPU.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control unit tells the ALU what operation to perform on that data, and the ALU stores the result in an output register.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control unit moves the data between these registers, the ALU, and memory.</a:t>
            </a:r>
          </a:p>
          <a:p>
            <a:r>
              <a:rPr lang="en-US" sz="2600" dirty="0" smtClean="0"/>
              <a:t>An ALU performs basic arithmetic and logic operations. </a:t>
            </a:r>
          </a:p>
          <a:p>
            <a:pPr>
              <a:buNone/>
            </a:pPr>
            <a:r>
              <a:rPr lang="en-US" sz="2000" dirty="0" smtClean="0"/>
              <a:t>  </a:t>
            </a:r>
            <a:endParaRPr lang="en-US" sz="2000" dirty="0" smtClean="0"/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Examples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of arithmetic operations are: addition, subtraction, multiplication, and division. 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 Examples of logic operations are :comparisons of values such as NOT, AND, and OR</a:t>
            </a:r>
            <a:r>
              <a:rPr lang="en-US" sz="2600" dirty="0" smtClean="0"/>
              <a:t>.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Processor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066800"/>
            <a:ext cx="22098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 descr="C:\Users\SSMS C LAB3\Desktop\cpu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1371600"/>
            <a:ext cx="1981200" cy="1905000"/>
          </a:xfrm>
          <a:prstGeom prst="rect">
            <a:avLst/>
          </a:prstGeom>
          <a:noFill/>
        </p:spPr>
      </p:pic>
      <p:sp>
        <p:nvSpPr>
          <p:cNvPr id="2053" name="AutoShape 5" descr="HP Intel Xeon E5-2609 Quad-core 4 Core 2.40 GHz Processor Upg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C:\Users\SSMS C LAB3\Desktop\inte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3200400"/>
            <a:ext cx="2057401" cy="14478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5029200" y="1447801"/>
            <a:ext cx="34290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Types of processor</a:t>
            </a: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1) Single-core CPU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2) Dual-core CPU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3) Quad-core CPU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4) Quad-core CPU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5)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Hexa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-Core processors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6)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Octa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-core processors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7)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Deca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-core processor</a:t>
            </a:r>
          </a:p>
          <a:p>
            <a:endParaRPr lang="en-US" b="1" dirty="0" smtClean="0"/>
          </a:p>
          <a:p>
            <a:r>
              <a:rPr lang="en-US" b="1" dirty="0" smtClean="0"/>
              <a:t>Ex: Intel core i3,i5,i7 &amp; i9</a:t>
            </a:r>
          </a:p>
          <a:p>
            <a:endParaRPr lang="en-US" b="1" dirty="0" smtClean="0"/>
          </a:p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Intel is launched with Inter core i7 in 2010 with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Hexa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core processor</a:t>
            </a:r>
            <a:r>
              <a:rPr lang="en-US" dirty="0" smtClean="0"/>
              <a:t>.</a:t>
            </a:r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Control Unit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172200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 control unit or CU is circuitry that directs operations within a computer's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2"/>
              </a:rPr>
              <a:t>processor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lets the computer's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3"/>
              </a:rPr>
              <a:t>logic unit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4"/>
              </a:rPr>
              <a:t>memory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and both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5"/>
              </a:rPr>
              <a:t>input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6"/>
              </a:rPr>
              <a:t>output devices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know how to respond to instructions received from a program.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Examples of devices that utilize control units include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2"/>
              </a:rPr>
              <a:t>CPUs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7"/>
              </a:rPr>
              <a:t>GPUs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 control unit works by receiving input information that it converts into control signals, which are then sent to the central processor.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The computer's processor then tells the attached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  <a:hlinkClick r:id="rId8"/>
              </a:rPr>
              <a:t>hardware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what operations to carry out. The functions that a control unit performs are dependent on the type of CPU, due to the variance of architecture between different manufacturers.</a:t>
            </a:r>
          </a:p>
          <a:p>
            <a:pPr fontAlgn="base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Functions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of the Control Unit –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coordinates the sequence of data movements into, out of, and between a processor’s many sub-units.</a:t>
            </a: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interprets instructions.</a:t>
            </a: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controls data flow inside the processor.</a:t>
            </a: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receives external instructions or commands to which it converts to sequence of control signals.</a:t>
            </a: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controls many execution units(i.e. ALU, data buffers and registers) contained within a CPU.</a:t>
            </a: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also handles multiple tasks, such as fetching, decoding, execution handling and storing results.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762000"/>
            <a:ext cx="73914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8229600" cy="64008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9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Memory or Storage Unit</a:t>
            </a:r>
          </a:p>
          <a:p>
            <a:pPr>
              <a:buNone/>
            </a:pPr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This unit can store instructions, data, and intermediate results. This unit supplies information to other units of the computer when needed.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It is also known as internal storage unit or the main memory or the primary storage or Random Access Memory (RAM).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Its size affects speed, power, and capability </a:t>
            </a:r>
          </a:p>
          <a:p>
            <a:pPr>
              <a:buNone/>
            </a:pPr>
            <a:endParaRPr lang="en-US" sz="6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9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Three types of memories in the computer. </a:t>
            </a:r>
          </a:p>
          <a:p>
            <a:pPr>
              <a:buNone/>
            </a:pPr>
            <a:endParaRPr lang="en-US" sz="6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64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Cache Memory</a:t>
            </a:r>
          </a:p>
          <a:p>
            <a:pPr>
              <a:buNone/>
            </a:pPr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   Primary memory </a:t>
            </a:r>
          </a:p>
          <a:p>
            <a:pPr>
              <a:buNone/>
            </a:pPr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   secondary memory</a:t>
            </a:r>
          </a:p>
          <a:p>
            <a:pPr>
              <a:buNone/>
            </a:pPr>
            <a:endParaRPr lang="en-US" sz="6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8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Functions of the memory unit are −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It stores all the data and the instructions required for processing.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It stores intermediate results of processing.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It stores the final results of processing before these results are released to an output device.</a:t>
            </a:r>
          </a:p>
          <a:p>
            <a:pPr>
              <a:buNone/>
            </a:pP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      All inputs and outputs are transmitted through the main memory.</a:t>
            </a:r>
          </a:p>
          <a:p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Cache Memory</a:t>
            </a:r>
            <a:b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Cache memory is a very high speed semiconductor memory which can speed up the CPU.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It acts as a buffer between the CPU and the main memory.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It is used to hold those parts of data and program which are most frequently used by the CPU.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parts of data and programs are transferred from the disk to cache memory by the operating system, from where the CPU can access them.</a:t>
            </a: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3733800"/>
            <a:ext cx="48006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</a:t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advantages of cache memory are as follows −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Cache memory is faster than main memory.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consumes less access time as compared to main memory.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stores the program that can be executed within a short period of time.</a:t>
            </a:r>
          </a:p>
          <a:p>
            <a:pPr>
              <a:buFont typeface="Wingdings" pitchFamily="2" charset="2"/>
              <a:buChar char="Ø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It stores data for temporary use.</a:t>
            </a:r>
          </a:p>
          <a:p>
            <a:pPr>
              <a:buFont typeface="Wingdings" pitchFamily="2" charset="2"/>
              <a:buChar char="Ø"/>
            </a:pP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                                  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Disadvantages</a:t>
            </a:r>
            <a:endParaRPr lang="en-US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disadvantages of cache memory are as follows −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Cache memory has limited capacity.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very expensive.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Primary Memory (Main Memory)</a:t>
            </a:r>
            <a:b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Primary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memory holds only those data and instructions on which the computer is currently working. 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has a limited capacity and data is lost when power is switched off. It is generally made up of semiconductor device. These memories are not as fast as registers.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data and instruction required to be processed resides in the main memory. It is divided into two subcategories RAM and ROM.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4114800"/>
            <a:ext cx="4953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Characteristics of Main Memory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are semiconductor memories.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known as the main memory.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Usually volatile memory.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is lost in case power is switched off.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the working memory of the computer.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Faster than secondary memories.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computer cannot run without the primary memory.</a:t>
            </a:r>
          </a:p>
          <a:p>
            <a:pPr>
              <a:buNone/>
            </a:pP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Secondary Memory</a:t>
            </a:r>
            <a:b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1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type of memory is also known as external memory or non-volatile.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slower than the main memory.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These are used for storing data/information permanently. 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CPU directly does not access these memories, instead they are accessed via input-output routines. 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he contents of secondary memories are first transferred to the main memory, and then the CPU can access it. For example, disk, CD-ROM, DVD, etc.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343400"/>
            <a:ext cx="3505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Characteristics of Secondary Memory</a:t>
            </a:r>
            <a:r>
              <a:rPr lang="en-US" sz="5300" b="1" dirty="0" smtClean="0">
                <a:solidFill>
                  <a:srgbClr val="FF0000"/>
                </a:solidFill>
              </a:rPr>
              <a:t/>
            </a:r>
            <a:br>
              <a:rPr lang="en-US" sz="5300" b="1" dirty="0" smtClean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magnetic and optical memories.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known as the backup memory.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 non-volatile memory.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is permanently stored even if power is switched off.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used for storage of data in a computer.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Computer may run without the secondary memory.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Slower than primary memories.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             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 of Computers</a:t>
            </a:r>
          </a:p>
          <a:p>
            <a:pPr>
              <a:buNone/>
            </a:pP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 Speed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Computer is a very fast device.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capable of performing calculation of very large amount of data.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computer has units of speed in microsecond, nanosecond, and even the picoseconds.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perform millions of calculations in a few seconds as compared to man who will spend many months to perform the same task.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Accuracy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addition to being very fast, computers are very accurate.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calculations are 100% error free.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Computers perform all jobs with 100% accuracy provided that the input is correct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Storage Capability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Memory is a very important characteristic of computers.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 computer has much more storage capacity than human beings.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can store large amount of data.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can store any type of data such as images, videos, text, audio, etc.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Diligence (effort)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Unlike human beings, a computer is free from monotony(lack of interest), tiredness, and lack of concentration.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can work continuously without any error and boredom.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can perform repeated tasks with the same speed and accuracy.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Versatility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computer is a very versatile machine.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computer is very flexible in performing the jobs to be done.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machine can be used to solve the problems related to various fields.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At one instance, it may be solving a complex scientific problem and the very next moment it may be playing a card game.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Reliability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computer is a reliable machine.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Modern electronic components have long lives.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Computers are designed to make maintenance easy.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Automation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Computer is an automatic machine.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Automation is the ability to perform a given task automatically.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Once the computer receives a program i.e., the program is stored in the computer memory, then the program and instruction can control the program execution without human interaction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Reduction in Paper Work and Cost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use of computers for data processing in an organization leads to reduction in paper work and results in speeding up the process.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 data in electronic files can be retrieved as and when required, the problem of maintenance of large number of paper files gets reduced.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Though the initial investment for installing a computer is high, it substantially reduces the cost of each of its transaction.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FF0000"/>
                </a:solidFill>
              </a:rPr>
              <a:t>Characteristics Of computer</a:t>
            </a:r>
            <a:endParaRPr lang="en-US" sz="48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676400"/>
            <a:ext cx="6705599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                    </a:t>
            </a:r>
            <a:r>
              <a:rPr lang="en-US" sz="4000" dirty="0" smtClean="0">
                <a:solidFill>
                  <a:srgbClr val="FF0000"/>
                </a:solidFill>
              </a:rPr>
              <a:t>Disadvantages of Computers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Dependency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functions as per the user’s instruction, thus it is fully dependent on humans.</a:t>
            </a:r>
          </a:p>
          <a:p>
            <a:pPr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Environment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operating environment of the computer should be dust free and suitable.</a:t>
            </a:r>
          </a:p>
          <a:p>
            <a:pPr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No Feeling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Computers have no feelings or emotions.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cannot make judgment based on feeling, taste, experience, and knowledge unlike humans.</a:t>
            </a:r>
          </a:p>
          <a:p>
            <a:pPr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Computers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All the computers that are developed are not alike rather they have different designs and features.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Some computers have very high capacity as well as working speed  however, some are slow.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Depending upon the requirements, computers are being developed.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Mainframe Computer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high capacity and costly computer. It is largely used by big organizations where many people can use it simultaneously.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Super Computer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category of computer is the fastest and also very expensive. A typical supercomputer can solve up to ten trillion individual calculations per second.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Workstation Computer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computer of this category is a high-end and expensive one. It is exclusively made for complex work purpose.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Personal Computer (PC)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a low capacity computer developed for single users.</a:t>
            </a: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Apple Macintosh (Mac)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a sort of personal computer manufactured by Apple company.</a:t>
            </a: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Laptop computer (notebook)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a handy computer that can be easily carried anywhere.</a:t>
            </a:r>
          </a:p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Tablet and Smartphone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Modern technology has advanced further. It has helped develop computers that are pocket-friendly. Tablets and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smartphones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are the best examples of such computer.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2226</Words>
  <Application>Microsoft Office PowerPoint</Application>
  <PresentationFormat>On-screen Show (4:3)</PresentationFormat>
  <Paragraphs>331</Paragraphs>
  <Slides>39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Agenda</vt:lpstr>
      <vt:lpstr>Introduction to Computers</vt:lpstr>
      <vt:lpstr>Types of Computers</vt:lpstr>
      <vt:lpstr> History of Computers </vt:lpstr>
      <vt:lpstr>Slide 5</vt:lpstr>
      <vt:lpstr>Slide 6</vt:lpstr>
      <vt:lpstr>First Generation</vt:lpstr>
      <vt:lpstr>Second Generation</vt:lpstr>
      <vt:lpstr>Second Generation</vt:lpstr>
      <vt:lpstr>Third Generation </vt:lpstr>
      <vt:lpstr>Third Generation</vt:lpstr>
      <vt:lpstr>Fourth Generation</vt:lpstr>
      <vt:lpstr>Fourth Generation</vt:lpstr>
      <vt:lpstr>Fifth Generation</vt:lpstr>
      <vt:lpstr> Fifth Generation </vt:lpstr>
      <vt:lpstr>Computer Fundamentals </vt:lpstr>
      <vt:lpstr>Basic Logic Structure(basic organization of digital computer)</vt:lpstr>
      <vt:lpstr>Slide 18</vt:lpstr>
      <vt:lpstr>Slide 19</vt:lpstr>
      <vt:lpstr>ALU( arithmetic logic unit)</vt:lpstr>
      <vt:lpstr>Processor</vt:lpstr>
      <vt:lpstr>Control Unit</vt:lpstr>
      <vt:lpstr>Slide 23</vt:lpstr>
      <vt:lpstr>Slide 24</vt:lpstr>
      <vt:lpstr>Cache Memory </vt:lpstr>
      <vt:lpstr>Advantages </vt:lpstr>
      <vt:lpstr>Primary Memory (Main Memory) </vt:lpstr>
      <vt:lpstr> Characteristics of Main Memory </vt:lpstr>
      <vt:lpstr> Secondary Memory </vt:lpstr>
      <vt:lpstr> Characteristics of Secondary Memory </vt:lpstr>
      <vt:lpstr>Slide 31</vt:lpstr>
      <vt:lpstr>Slide 32</vt:lpstr>
      <vt:lpstr>Slide 33</vt:lpstr>
      <vt:lpstr>Slide 34</vt:lpstr>
      <vt:lpstr>Characteristics Of computer</vt:lpstr>
      <vt:lpstr>Slide 36</vt:lpstr>
      <vt:lpstr>Types of Computers</vt:lpstr>
      <vt:lpstr>Slide 38</vt:lpstr>
      <vt:lpstr>Slide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176</cp:revision>
  <dcterms:created xsi:type="dcterms:W3CDTF">2021-10-25T06:33:12Z</dcterms:created>
  <dcterms:modified xsi:type="dcterms:W3CDTF">2021-11-26T06:27:31Z</dcterms:modified>
</cp:coreProperties>
</file>